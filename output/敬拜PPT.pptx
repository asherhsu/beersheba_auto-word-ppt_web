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1.大聲敬拜全心呼喊 全能的神願祢降臨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慈愛雙手大能膀臂 直到如今仍行神蹟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2.敬拜聲音充滿全地 高舉雙手榮耀歸祢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專心謹守祢的話語 世世代代都不偏離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※祢眼目必看顧這地 眷顧祢的兒女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祢必照所應許的成就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祢眼目必看顧這地 聆聽我們聲音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禱告盼望榮耀復興降臨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§ 使我們得飽足 新酒和油滿溢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祢定意要賜福這地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遵行祢的旨意 謙卑回轉向祢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我們定意要跟隨祢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《祢眼目必看顧這地》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1.揚聲歡呼讚美 稱頌我的主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高聲頌揚歡唱 哈利路亞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《揚聲歡呼讚美》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來到主寶座前 尊崇讚美祂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我們歡呼喜樂 進入神的面前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《揚聲歡呼讚美》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※你是創造主 你施行拯救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你已救贖我 你是主 最大的醫生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《揚聲歡呼讚美》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你是豐盛之主 你是我的牧者 引領我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耶穌我君王 我讚美你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《揚聲歡呼讚美》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1.要將榮耀能力 歸給耶和華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祂名所當得的 榮耀歸給祂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不分種族國家 齊聲來頌揚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在寶座前 高舉雙手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※從這代到那代 萬民不停頌讚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從地極到地極 萬民歡然獻祭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從列國到列邦 齊尊崇祢為王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高唱哈利路亞 齊敬拜彌賽亞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§ 眾城門 抬起頭 榮耀君王將要進來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末後的榮耀大過先前的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眾城門 抬起頭 榮耀君王將要進來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萬國敬拜如眾水的聲音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《從這代到那代》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1.我們等候主 不住尋求祢面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晝夜地禱告 為這世代呼求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側耳來垂聽 謙卑悔改聲音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願救贖和醫治臨到這地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※我渴望看見祢的榮耀彰顯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像雲彩圍繞充滿在這地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聖靈如風地吹進每顆枯乾的心靈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我們靈魂再次地甦醒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我渴望看見祢的榮耀彰顯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禱告的聲音如水不停息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父親回轉向兒女 兒女回轉向父親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每個世代合一敬拜祢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§ 不停地叩門 不停地尋求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天上的門為我們打開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不停地禱告 不停地呼喊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呼求復興臨到這世代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我們在叩門 我們在尋求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天上的門為我們打開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我們在禱告 我們在呼喊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呼求復興臨到這世代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《我渴望看見》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1.有敬拜的聲音發出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從最高的山到海洋深處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神的兒女要唱一首新歌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我們神要做新事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2.舊的事都已經過去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在基督裡一切都要更新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新的眼界 新的異象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新的故事 新的方向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※全地都要渴望呼喊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榮耀的主我願祢來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天要敞開恩膏傾倒下來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神國度的榮耀彰顯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全地都要渴望呼喊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榮耀的主我願祢來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聖靈引領看見新的異象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祢要做新的事在我們中間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《新的異象新的方向》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